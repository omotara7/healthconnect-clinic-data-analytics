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61" r:id="rId4"/>
    <p:sldId id="258" r:id="rId5"/>
    <p:sldId id="268" r:id="rId6"/>
    <p:sldId id="259" r:id="rId7"/>
    <p:sldId id="260" r:id="rId8"/>
    <p:sldId id="262" r:id="rId9"/>
    <p:sldId id="267" r:id="rId10"/>
    <p:sldId id="266" r:id="rId11"/>
    <p:sldId id="263" r:id="rId12"/>
    <p:sldId id="269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AB0AC-50A7-4127-910D-7AC3287A1D71}" v="18" dt="2026-09-26T13:21:48.2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otara Kotun" userId="fef30f772b8ccd1d" providerId="LiveId" clId="{52764C35-3126-49DF-AD40-C69B4445133F}"/>
    <pc:docChg chg="undo custSel addSld delSld modSld">
      <pc:chgData name="Omotara Kotun" userId="fef30f772b8ccd1d" providerId="LiveId" clId="{52764C35-3126-49DF-AD40-C69B4445133F}" dt="2026-09-26T13:23:41.055" v="2968" actId="20577"/>
      <pc:docMkLst>
        <pc:docMk/>
      </pc:docMkLst>
      <pc:sldChg chg="modSp mod">
        <pc:chgData name="Omotara Kotun" userId="fef30f772b8ccd1d" providerId="LiveId" clId="{52764C35-3126-49DF-AD40-C69B4445133F}" dt="2026-09-26T12:42:48.669" v="1669" actId="20577"/>
        <pc:sldMkLst>
          <pc:docMk/>
          <pc:sldMk cId="999114667" sldId="256"/>
        </pc:sldMkLst>
        <pc:spChg chg="mod">
          <ac:chgData name="Omotara Kotun" userId="fef30f772b8ccd1d" providerId="LiveId" clId="{52764C35-3126-49DF-AD40-C69B4445133F}" dt="2026-09-24T14:57:44.854" v="1295" actId="27636"/>
          <ac:spMkLst>
            <pc:docMk/>
            <pc:sldMk cId="999114667" sldId="256"/>
            <ac:spMk id="2" creationId="{810F094C-AAFA-42BA-2EDC-2DADABACC07E}"/>
          </ac:spMkLst>
        </pc:spChg>
        <pc:spChg chg="mod">
          <ac:chgData name="Omotara Kotun" userId="fef30f772b8ccd1d" providerId="LiveId" clId="{52764C35-3126-49DF-AD40-C69B4445133F}" dt="2026-09-26T12:42:48.669" v="1669" actId="20577"/>
          <ac:spMkLst>
            <pc:docMk/>
            <pc:sldMk cId="999114667" sldId="256"/>
            <ac:spMk id="3" creationId="{D22CBCCE-4377-C557-D1A0-987B279073DC}"/>
          </ac:spMkLst>
        </pc:spChg>
      </pc:sldChg>
      <pc:sldChg chg="modSp mod">
        <pc:chgData name="Omotara Kotun" userId="fef30f772b8ccd1d" providerId="LiveId" clId="{52764C35-3126-49DF-AD40-C69B4445133F}" dt="2026-09-26T12:46:16.699" v="1900" actId="255"/>
        <pc:sldMkLst>
          <pc:docMk/>
          <pc:sldMk cId="3174574968" sldId="257"/>
        </pc:sldMkLst>
        <pc:spChg chg="mod">
          <ac:chgData name="Omotara Kotun" userId="fef30f772b8ccd1d" providerId="LiveId" clId="{52764C35-3126-49DF-AD40-C69B4445133F}" dt="2026-09-26T12:46:16.699" v="1900" actId="255"/>
          <ac:spMkLst>
            <pc:docMk/>
            <pc:sldMk cId="3174574968" sldId="257"/>
            <ac:spMk id="3" creationId="{F8BCF75A-4FA2-DD4C-9F85-32E95A20A023}"/>
          </ac:spMkLst>
        </pc:spChg>
      </pc:sldChg>
      <pc:sldChg chg="addSp delSp modSp mod setBg setClrOvrMap delDesignElem">
        <pc:chgData name="Omotara Kotun" userId="fef30f772b8ccd1d" providerId="LiveId" clId="{52764C35-3126-49DF-AD40-C69B4445133F}" dt="2026-09-26T13:20:41.819" v="2897"/>
        <pc:sldMkLst>
          <pc:docMk/>
          <pc:sldMk cId="1542586441" sldId="258"/>
        </pc:sldMkLst>
        <pc:spChg chg="mod">
          <ac:chgData name="Omotara Kotun" userId="fef30f772b8ccd1d" providerId="LiveId" clId="{52764C35-3126-49DF-AD40-C69B4445133F}" dt="2026-09-26T12:47:13.457" v="1926" actId="20577"/>
          <ac:spMkLst>
            <pc:docMk/>
            <pc:sldMk cId="1542586441" sldId="258"/>
            <ac:spMk id="2" creationId="{FF318567-C1F1-F4FA-0CFC-D1645F1FA79B}"/>
          </ac:spMkLst>
        </pc:spChg>
        <pc:spChg chg="add del mod">
          <ac:chgData name="Omotara Kotun" userId="fef30f772b8ccd1d" providerId="LiveId" clId="{52764C35-3126-49DF-AD40-C69B4445133F}" dt="2026-09-26T13:20:41.819" v="2897"/>
          <ac:spMkLst>
            <pc:docMk/>
            <pc:sldMk cId="1542586441" sldId="258"/>
            <ac:spMk id="3" creationId="{EB4E46BE-08CD-3546-3853-2BF2B4C180CF}"/>
          </ac:spMkLst>
        </pc:spChg>
        <pc:picChg chg="add mod">
          <ac:chgData name="Omotara Kotun" userId="fef30f772b8ccd1d" providerId="LiveId" clId="{52764C35-3126-49DF-AD40-C69B4445133F}" dt="2026-09-24T13:23:15.266" v="407" actId="1076"/>
          <ac:picMkLst>
            <pc:docMk/>
            <pc:sldMk cId="1542586441" sldId="258"/>
            <ac:picMk id="4" creationId="{13622B99-E692-FF1C-5AD6-64F6BB4969B9}"/>
          </ac:picMkLst>
        </pc:picChg>
        <pc:picChg chg="add mod">
          <ac:chgData name="Omotara Kotun" userId="fef30f772b8ccd1d" providerId="LiveId" clId="{52764C35-3126-49DF-AD40-C69B4445133F}" dt="2026-09-24T13:23:20.739" v="408" actId="1076"/>
          <ac:picMkLst>
            <pc:docMk/>
            <pc:sldMk cId="1542586441" sldId="258"/>
            <ac:picMk id="7" creationId="{6821835A-1118-FE12-2370-C5085A1D6CCF}"/>
          </ac:picMkLst>
        </pc:picChg>
        <pc:picChg chg="add mod">
          <ac:chgData name="Omotara Kotun" userId="fef30f772b8ccd1d" providerId="LiveId" clId="{52764C35-3126-49DF-AD40-C69B4445133F}" dt="2026-09-24T13:28:25.275" v="423" actId="14100"/>
          <ac:picMkLst>
            <pc:docMk/>
            <pc:sldMk cId="1542586441" sldId="258"/>
            <ac:picMk id="9" creationId="{EDF6E228-8322-CEFD-4A8F-2837224E0BE5}"/>
          </ac:picMkLst>
        </pc:picChg>
        <pc:picChg chg="add mod">
          <ac:chgData name="Omotara Kotun" userId="fef30f772b8ccd1d" providerId="LiveId" clId="{52764C35-3126-49DF-AD40-C69B4445133F}" dt="2026-09-24T13:29:43.157" v="427" actId="14100"/>
          <ac:picMkLst>
            <pc:docMk/>
            <pc:sldMk cId="1542586441" sldId="258"/>
            <ac:picMk id="11" creationId="{5B6E2285-41ED-49A6-A5F5-0C50ABADAED8}"/>
          </ac:picMkLst>
        </pc:picChg>
        <pc:picChg chg="add mod ord">
          <ac:chgData name="Omotara Kotun" userId="fef30f772b8ccd1d" providerId="LiveId" clId="{52764C35-3126-49DF-AD40-C69B4445133F}" dt="2026-09-24T13:30:02.835" v="429" actId="14100"/>
          <ac:picMkLst>
            <pc:docMk/>
            <pc:sldMk cId="1542586441" sldId="258"/>
            <ac:picMk id="21" creationId="{6B0F9C6A-9E03-F597-4A03-67FF2C85AD72}"/>
          </ac:picMkLst>
        </pc:picChg>
      </pc:sldChg>
      <pc:sldChg chg="addSp delSp modSp mod">
        <pc:chgData name="Omotara Kotun" userId="fef30f772b8ccd1d" providerId="LiveId" clId="{52764C35-3126-49DF-AD40-C69B4445133F}" dt="2026-09-26T12:49:52.592" v="2073" actId="20577"/>
        <pc:sldMkLst>
          <pc:docMk/>
          <pc:sldMk cId="2796684179" sldId="259"/>
        </pc:sldMkLst>
        <pc:spChg chg="mod">
          <ac:chgData name="Omotara Kotun" userId="fef30f772b8ccd1d" providerId="LiveId" clId="{52764C35-3126-49DF-AD40-C69B4445133F}" dt="2026-09-26T12:49:52.592" v="2073" actId="20577"/>
          <ac:spMkLst>
            <pc:docMk/>
            <pc:sldMk cId="2796684179" sldId="259"/>
            <ac:spMk id="2" creationId="{1DB854C5-A73C-12A8-B281-1BF8AE2DB89D}"/>
          </ac:spMkLst>
        </pc:spChg>
        <pc:picChg chg="add mod ord">
          <ac:chgData name="Omotara Kotun" userId="fef30f772b8ccd1d" providerId="LiveId" clId="{52764C35-3126-49DF-AD40-C69B4445133F}" dt="2026-09-24T15:18:02.044" v="1304" actId="14100"/>
          <ac:picMkLst>
            <pc:docMk/>
            <pc:sldMk cId="2796684179" sldId="259"/>
            <ac:picMk id="7" creationId="{6FC2E419-859F-2A41-BE79-48D259E263D4}"/>
          </ac:picMkLst>
        </pc:picChg>
      </pc:sldChg>
      <pc:sldChg chg="addSp delSp modSp mod">
        <pc:chgData name="Omotara Kotun" userId="fef30f772b8ccd1d" providerId="LiveId" clId="{52764C35-3126-49DF-AD40-C69B4445133F}" dt="2026-09-26T12:50:45.887" v="2083" actId="20577"/>
        <pc:sldMkLst>
          <pc:docMk/>
          <pc:sldMk cId="3319252404" sldId="260"/>
        </pc:sldMkLst>
        <pc:spChg chg="mod">
          <ac:chgData name="Omotara Kotun" userId="fef30f772b8ccd1d" providerId="LiveId" clId="{52764C35-3126-49DF-AD40-C69B4445133F}" dt="2026-09-26T12:50:45.887" v="2083" actId="20577"/>
          <ac:spMkLst>
            <pc:docMk/>
            <pc:sldMk cId="3319252404" sldId="260"/>
            <ac:spMk id="2" creationId="{20E9B2C9-DC46-FEDC-50CA-D99C875F13CF}"/>
          </ac:spMkLst>
        </pc:spChg>
        <pc:picChg chg="add mod ord">
          <ac:chgData name="Omotara Kotun" userId="fef30f772b8ccd1d" providerId="LiveId" clId="{52764C35-3126-49DF-AD40-C69B4445133F}" dt="2026-09-24T14:10:12.403" v="851" actId="14100"/>
          <ac:picMkLst>
            <pc:docMk/>
            <pc:sldMk cId="3319252404" sldId="260"/>
            <ac:picMk id="7" creationId="{7BCF25B0-EA41-94DA-E0E2-C6256C86627C}"/>
          </ac:picMkLst>
        </pc:picChg>
      </pc:sldChg>
      <pc:sldChg chg="addSp delSp modSp new mod">
        <pc:chgData name="Omotara Kotun" userId="fef30f772b8ccd1d" providerId="LiveId" clId="{52764C35-3126-49DF-AD40-C69B4445133F}" dt="2026-09-26T12:46:44.277" v="1911" actId="20577"/>
        <pc:sldMkLst>
          <pc:docMk/>
          <pc:sldMk cId="1259956542" sldId="261"/>
        </pc:sldMkLst>
        <pc:spChg chg="mod">
          <ac:chgData name="Omotara Kotun" userId="fef30f772b8ccd1d" providerId="LiveId" clId="{52764C35-3126-49DF-AD40-C69B4445133F}" dt="2026-09-26T12:46:44.277" v="1911" actId="20577"/>
          <ac:spMkLst>
            <pc:docMk/>
            <pc:sldMk cId="1259956542" sldId="261"/>
            <ac:spMk id="2" creationId="{FAD9BBB5-DFAB-811C-8A39-803B75FA8D55}"/>
          </ac:spMkLst>
        </pc:spChg>
        <pc:spChg chg="mod">
          <ac:chgData name="Omotara Kotun" userId="fef30f772b8ccd1d" providerId="LiveId" clId="{52764C35-3126-49DF-AD40-C69B4445133F}" dt="2026-09-24T15:53:44.103" v="1341" actId="2711"/>
          <ac:spMkLst>
            <pc:docMk/>
            <pc:sldMk cId="1259956542" sldId="261"/>
            <ac:spMk id="3" creationId="{AE71685E-84CC-A55C-FFF8-95C37F41B6EF}"/>
          </ac:spMkLst>
        </pc:spChg>
        <pc:cxnChg chg="add mod">
          <ac:chgData name="Omotara Kotun" userId="fef30f772b8ccd1d" providerId="LiveId" clId="{52764C35-3126-49DF-AD40-C69B4445133F}" dt="2026-09-24T13:09:37.966" v="347" actId="1076"/>
          <ac:cxnSpMkLst>
            <pc:docMk/>
            <pc:sldMk cId="1259956542" sldId="261"/>
            <ac:cxnSpMk id="7" creationId="{220CDF6E-C7AF-626C-C014-D7E1AA4EFDB7}"/>
          </ac:cxnSpMkLst>
        </pc:cxnChg>
        <pc:cxnChg chg="add mod">
          <ac:chgData name="Omotara Kotun" userId="fef30f772b8ccd1d" providerId="LiveId" clId="{52764C35-3126-49DF-AD40-C69B4445133F}" dt="2026-09-24T13:09:45.201" v="348" actId="1076"/>
          <ac:cxnSpMkLst>
            <pc:docMk/>
            <pc:sldMk cId="1259956542" sldId="261"/>
            <ac:cxnSpMk id="8" creationId="{69687BBF-EE5C-3D64-3750-EF954DDB09A8}"/>
          </ac:cxnSpMkLst>
        </pc:cxnChg>
        <pc:cxnChg chg="add mod">
          <ac:chgData name="Omotara Kotun" userId="fef30f772b8ccd1d" providerId="LiveId" clId="{52764C35-3126-49DF-AD40-C69B4445133F}" dt="2026-09-24T13:09:50.961" v="349" actId="1076"/>
          <ac:cxnSpMkLst>
            <pc:docMk/>
            <pc:sldMk cId="1259956542" sldId="261"/>
            <ac:cxnSpMk id="9" creationId="{00FC7848-0534-CA12-9821-18D427FCA28A}"/>
          </ac:cxnSpMkLst>
        </pc:cxnChg>
        <pc:cxnChg chg="add mod">
          <ac:chgData name="Omotara Kotun" userId="fef30f772b8ccd1d" providerId="LiveId" clId="{52764C35-3126-49DF-AD40-C69B4445133F}" dt="2026-09-24T15:57:14.219" v="1356" actId="14100"/>
          <ac:cxnSpMkLst>
            <pc:docMk/>
            <pc:sldMk cId="1259956542" sldId="261"/>
            <ac:cxnSpMk id="11" creationId="{2F75AA3D-86BC-9412-B8ED-D31EC4CB9EC9}"/>
          </ac:cxnSpMkLst>
        </pc:cxnChg>
        <pc:cxnChg chg="add mod">
          <ac:chgData name="Omotara Kotun" userId="fef30f772b8ccd1d" providerId="LiveId" clId="{52764C35-3126-49DF-AD40-C69B4445133F}" dt="2026-09-24T15:57:55.624" v="1360" actId="14100"/>
          <ac:cxnSpMkLst>
            <pc:docMk/>
            <pc:sldMk cId="1259956542" sldId="261"/>
            <ac:cxnSpMk id="14" creationId="{BC11AF4F-A7C6-0647-227B-B23955A614FA}"/>
          </ac:cxnSpMkLst>
        </pc:cxnChg>
        <pc:cxnChg chg="add mod">
          <ac:chgData name="Omotara Kotun" userId="fef30f772b8ccd1d" providerId="LiveId" clId="{52764C35-3126-49DF-AD40-C69B4445133F}" dt="2026-09-24T15:57:42.889" v="1358" actId="14100"/>
          <ac:cxnSpMkLst>
            <pc:docMk/>
            <pc:sldMk cId="1259956542" sldId="261"/>
            <ac:cxnSpMk id="15" creationId="{46886583-034B-976E-A294-8AE2DC5E0636}"/>
          </ac:cxnSpMkLst>
        </pc:cxnChg>
        <pc:cxnChg chg="add mod">
          <ac:chgData name="Omotara Kotun" userId="fef30f772b8ccd1d" providerId="LiveId" clId="{52764C35-3126-49DF-AD40-C69B4445133F}" dt="2026-09-24T15:57:28.526" v="1357" actId="14100"/>
          <ac:cxnSpMkLst>
            <pc:docMk/>
            <pc:sldMk cId="1259956542" sldId="261"/>
            <ac:cxnSpMk id="16" creationId="{CBB25816-21F1-ADA5-D28D-7D3587DDF779}"/>
          </ac:cxnSpMkLst>
        </pc:cxnChg>
      </pc:sldChg>
      <pc:sldChg chg="addSp modSp new mod">
        <pc:chgData name="Omotara Kotun" userId="fef30f772b8ccd1d" providerId="LiveId" clId="{52764C35-3126-49DF-AD40-C69B4445133F}" dt="2026-09-26T12:57:21.046" v="2365" actId="113"/>
        <pc:sldMkLst>
          <pc:docMk/>
          <pc:sldMk cId="2384362866" sldId="262"/>
        </pc:sldMkLst>
        <pc:spChg chg="mod">
          <ac:chgData name="Omotara Kotun" userId="fef30f772b8ccd1d" providerId="LiveId" clId="{52764C35-3126-49DF-AD40-C69B4445133F}" dt="2026-09-26T12:57:21.046" v="2365" actId="113"/>
          <ac:spMkLst>
            <pc:docMk/>
            <pc:sldMk cId="2384362866" sldId="262"/>
            <ac:spMk id="2" creationId="{CF285505-8479-4183-EB66-8AD94350C9BE}"/>
          </ac:spMkLst>
        </pc:spChg>
        <pc:spChg chg="mod">
          <ac:chgData name="Omotara Kotun" userId="fef30f772b8ccd1d" providerId="LiveId" clId="{52764C35-3126-49DF-AD40-C69B4445133F}" dt="2026-09-26T12:55:32.591" v="2360" actId="20577"/>
          <ac:spMkLst>
            <pc:docMk/>
            <pc:sldMk cId="2384362866" sldId="262"/>
            <ac:spMk id="3" creationId="{80EBD3FB-6E20-BFD1-0476-A4B3A3587DC1}"/>
          </ac:spMkLst>
        </pc:spChg>
        <pc:picChg chg="add mod">
          <ac:chgData name="Omotara Kotun" userId="fef30f772b8ccd1d" providerId="LiveId" clId="{52764C35-3126-49DF-AD40-C69B4445133F}" dt="2026-09-26T12:56:49.199" v="2363" actId="1076"/>
          <ac:picMkLst>
            <pc:docMk/>
            <pc:sldMk cId="2384362866" sldId="262"/>
            <ac:picMk id="5" creationId="{0B7724F9-FB9F-9FCC-410D-CB70866656A4}"/>
          </ac:picMkLst>
        </pc:picChg>
      </pc:sldChg>
      <pc:sldChg chg="addSp delSp modSp new mod">
        <pc:chgData name="Omotara Kotun" userId="fef30f772b8ccd1d" providerId="LiveId" clId="{52764C35-3126-49DF-AD40-C69B4445133F}" dt="2026-09-26T13:12:20.169" v="2745" actId="20577"/>
        <pc:sldMkLst>
          <pc:docMk/>
          <pc:sldMk cId="676850007" sldId="263"/>
        </pc:sldMkLst>
        <pc:spChg chg="mod">
          <ac:chgData name="Omotara Kotun" userId="fef30f772b8ccd1d" providerId="LiveId" clId="{52764C35-3126-49DF-AD40-C69B4445133F}" dt="2026-09-24T14:31:42.479" v="1249" actId="122"/>
          <ac:spMkLst>
            <pc:docMk/>
            <pc:sldMk cId="676850007" sldId="263"/>
            <ac:spMk id="2" creationId="{882A199C-6646-CB2D-969E-8D38D4708F44}"/>
          </ac:spMkLst>
        </pc:spChg>
        <pc:graphicFrameChg chg="add mod ord modGraphic">
          <ac:chgData name="Omotara Kotun" userId="fef30f772b8ccd1d" providerId="LiveId" clId="{52764C35-3126-49DF-AD40-C69B4445133F}" dt="2026-09-26T13:12:20.169" v="2745" actId="20577"/>
          <ac:graphicFrameMkLst>
            <pc:docMk/>
            <pc:sldMk cId="676850007" sldId="263"/>
            <ac:graphicFrameMk id="4" creationId="{C96CA3EC-B32D-3741-0C48-5AB3C32FCF9F}"/>
          </ac:graphicFrameMkLst>
        </pc:graphicFrameChg>
      </pc:sldChg>
      <pc:sldChg chg="modSp new mod">
        <pc:chgData name="Omotara Kotun" userId="fef30f772b8ccd1d" providerId="LiveId" clId="{52764C35-3126-49DF-AD40-C69B4445133F}" dt="2026-09-26T13:23:41.055" v="2968" actId="20577"/>
        <pc:sldMkLst>
          <pc:docMk/>
          <pc:sldMk cId="3496071312" sldId="264"/>
        </pc:sldMkLst>
        <pc:spChg chg="mod">
          <ac:chgData name="Omotara Kotun" userId="fef30f772b8ccd1d" providerId="LiveId" clId="{52764C35-3126-49DF-AD40-C69B4445133F}" dt="2026-09-26T13:23:41.055" v="2968" actId="20577"/>
          <ac:spMkLst>
            <pc:docMk/>
            <pc:sldMk cId="3496071312" sldId="264"/>
            <ac:spMk id="2" creationId="{76ADF25C-8412-7BB3-1A01-9C86FB7A8DDE}"/>
          </ac:spMkLst>
        </pc:spChg>
        <pc:spChg chg="mod">
          <ac:chgData name="Omotara Kotun" userId="fef30f772b8ccd1d" providerId="LiveId" clId="{52764C35-3126-49DF-AD40-C69B4445133F}" dt="2026-09-26T13:23:26.092" v="2966" actId="14100"/>
          <ac:spMkLst>
            <pc:docMk/>
            <pc:sldMk cId="3496071312" sldId="264"/>
            <ac:spMk id="3" creationId="{87A2F092-2824-68C3-7DB9-83343BACA592}"/>
          </ac:spMkLst>
        </pc:spChg>
      </pc:sldChg>
      <pc:sldChg chg="modSp new mod">
        <pc:chgData name="Omotara Kotun" userId="fef30f772b8ccd1d" providerId="LiveId" clId="{52764C35-3126-49DF-AD40-C69B4445133F}" dt="2026-09-26T13:19:17.794" v="2894" actId="113"/>
        <pc:sldMkLst>
          <pc:docMk/>
          <pc:sldMk cId="4021027661" sldId="265"/>
        </pc:sldMkLst>
        <pc:spChg chg="mod">
          <ac:chgData name="Omotara Kotun" userId="fef30f772b8ccd1d" providerId="LiveId" clId="{52764C35-3126-49DF-AD40-C69B4445133F}" dt="2026-09-26T13:19:17.794" v="2894" actId="113"/>
          <ac:spMkLst>
            <pc:docMk/>
            <pc:sldMk cId="4021027661" sldId="265"/>
            <ac:spMk id="2" creationId="{19C0C164-63A6-E2A8-E011-18EA102868D1}"/>
          </ac:spMkLst>
        </pc:spChg>
        <pc:spChg chg="mod">
          <ac:chgData name="Omotara Kotun" userId="fef30f772b8ccd1d" providerId="LiveId" clId="{52764C35-3126-49DF-AD40-C69B4445133F}" dt="2026-09-26T13:19:12.510" v="2893" actId="14100"/>
          <ac:spMkLst>
            <pc:docMk/>
            <pc:sldMk cId="4021027661" sldId="265"/>
            <ac:spMk id="3" creationId="{DD7C0017-6CF3-B938-F01F-A7C50CD55059}"/>
          </ac:spMkLst>
        </pc:spChg>
      </pc:sldChg>
      <pc:sldChg chg="modSp new mod">
        <pc:chgData name="Omotara Kotun" userId="fef30f772b8ccd1d" providerId="LiveId" clId="{52764C35-3126-49DF-AD40-C69B4445133F}" dt="2026-09-26T13:05:01.384" v="2475" actId="20577"/>
        <pc:sldMkLst>
          <pc:docMk/>
          <pc:sldMk cId="2102044297" sldId="266"/>
        </pc:sldMkLst>
        <pc:spChg chg="mod">
          <ac:chgData name="Omotara Kotun" userId="fef30f772b8ccd1d" providerId="LiveId" clId="{52764C35-3126-49DF-AD40-C69B4445133F}" dt="2026-09-26T12:11:38.380" v="1434" actId="1076"/>
          <ac:spMkLst>
            <pc:docMk/>
            <pc:sldMk cId="2102044297" sldId="266"/>
            <ac:spMk id="2" creationId="{A11E7A7F-70E3-3337-FBDD-556192EE44AC}"/>
          </ac:spMkLst>
        </pc:spChg>
        <pc:spChg chg="mod">
          <ac:chgData name="Omotara Kotun" userId="fef30f772b8ccd1d" providerId="LiveId" clId="{52764C35-3126-49DF-AD40-C69B4445133F}" dt="2026-09-26T13:05:01.384" v="2475" actId="20577"/>
          <ac:spMkLst>
            <pc:docMk/>
            <pc:sldMk cId="2102044297" sldId="266"/>
            <ac:spMk id="3" creationId="{C3DAD9DE-97FA-3E01-876A-073CE3098BFF}"/>
          </ac:spMkLst>
        </pc:spChg>
      </pc:sldChg>
      <pc:sldChg chg="addSp delSp modSp new mod">
        <pc:chgData name="Omotara Kotun" userId="fef30f772b8ccd1d" providerId="LiveId" clId="{52764C35-3126-49DF-AD40-C69B4445133F}" dt="2026-09-26T12:58:10.254" v="2367" actId="20577"/>
        <pc:sldMkLst>
          <pc:docMk/>
          <pc:sldMk cId="2605234722" sldId="267"/>
        </pc:sldMkLst>
        <pc:spChg chg="mod">
          <ac:chgData name="Omotara Kotun" userId="fef30f772b8ccd1d" providerId="LiveId" clId="{52764C35-3126-49DF-AD40-C69B4445133F}" dt="2026-09-26T12:58:10.254" v="2367" actId="20577"/>
          <ac:spMkLst>
            <pc:docMk/>
            <pc:sldMk cId="2605234722" sldId="267"/>
            <ac:spMk id="2" creationId="{5F418308-9162-8F23-4284-803FFDAE2996}"/>
          </ac:spMkLst>
        </pc:spChg>
        <pc:spChg chg="del">
          <ac:chgData name="Omotara Kotun" userId="fef30f772b8ccd1d" providerId="LiveId" clId="{52764C35-3126-49DF-AD40-C69B4445133F}" dt="2026-09-26T12:24:45.473" v="1436" actId="931"/>
          <ac:spMkLst>
            <pc:docMk/>
            <pc:sldMk cId="2605234722" sldId="267"/>
            <ac:spMk id="3" creationId="{B84955FE-1EDE-5119-32D2-73E9C3D3189B}"/>
          </ac:spMkLst>
        </pc:spChg>
        <pc:picChg chg="add mod ord">
          <ac:chgData name="Omotara Kotun" userId="fef30f772b8ccd1d" providerId="LiveId" clId="{52764C35-3126-49DF-AD40-C69B4445133F}" dt="2026-09-26T12:31:20.480" v="1665" actId="1076"/>
          <ac:picMkLst>
            <pc:docMk/>
            <pc:sldMk cId="2605234722" sldId="267"/>
            <ac:picMk id="5" creationId="{295A376D-2943-BB22-1277-E14EEAB3AED6}"/>
          </ac:picMkLst>
        </pc:picChg>
      </pc:sldChg>
      <pc:sldChg chg="addSp delSp modSp new mod">
        <pc:chgData name="Omotara Kotun" userId="fef30f772b8ccd1d" providerId="LiveId" clId="{52764C35-3126-49DF-AD40-C69B4445133F}" dt="2026-09-26T13:08:17.705" v="2509" actId="14100"/>
        <pc:sldMkLst>
          <pc:docMk/>
          <pc:sldMk cId="565773772" sldId="268"/>
        </pc:sldMkLst>
        <pc:spChg chg="mod">
          <ac:chgData name="Omotara Kotun" userId="fef30f772b8ccd1d" providerId="LiveId" clId="{52764C35-3126-49DF-AD40-C69B4445133F}" dt="2026-09-26T13:08:00.018" v="2507" actId="14100"/>
          <ac:spMkLst>
            <pc:docMk/>
            <pc:sldMk cId="565773772" sldId="268"/>
            <ac:spMk id="2" creationId="{D7A5AFD5-F6F1-7C7A-4A47-206CB615AE4C}"/>
          </ac:spMkLst>
        </pc:spChg>
        <pc:spChg chg="del">
          <ac:chgData name="Omotara Kotun" userId="fef30f772b8ccd1d" providerId="LiveId" clId="{52764C35-3126-49DF-AD40-C69B4445133F}" dt="2026-09-26T13:06:58.779" v="2477" actId="931"/>
          <ac:spMkLst>
            <pc:docMk/>
            <pc:sldMk cId="565773772" sldId="268"/>
            <ac:spMk id="3" creationId="{3A21147A-D842-EE7C-C7DC-C174B837DBEA}"/>
          </ac:spMkLst>
        </pc:spChg>
        <pc:picChg chg="add mod ord">
          <ac:chgData name="Omotara Kotun" userId="fef30f772b8ccd1d" providerId="LiveId" clId="{52764C35-3126-49DF-AD40-C69B4445133F}" dt="2026-09-26T13:08:17.705" v="2509" actId="14100"/>
          <ac:picMkLst>
            <pc:docMk/>
            <pc:sldMk cId="565773772" sldId="268"/>
            <ac:picMk id="5" creationId="{7DDE6489-524B-2DF0-7C1E-5A7D003C133E}"/>
          </ac:picMkLst>
        </pc:picChg>
      </pc:sldChg>
      <pc:sldChg chg="modSp new mod">
        <pc:chgData name="Omotara Kotun" userId="fef30f772b8ccd1d" providerId="LiveId" clId="{52764C35-3126-49DF-AD40-C69B4445133F}" dt="2026-09-26T13:17:21.414" v="2798" actId="113"/>
        <pc:sldMkLst>
          <pc:docMk/>
          <pc:sldMk cId="1783196259" sldId="269"/>
        </pc:sldMkLst>
        <pc:spChg chg="mod">
          <ac:chgData name="Omotara Kotun" userId="fef30f772b8ccd1d" providerId="LiveId" clId="{52764C35-3126-49DF-AD40-C69B4445133F}" dt="2026-09-26T13:15:57.495" v="2784" actId="14100"/>
          <ac:spMkLst>
            <pc:docMk/>
            <pc:sldMk cId="1783196259" sldId="269"/>
            <ac:spMk id="2" creationId="{EE0D1897-C6D7-4C61-4F04-561C8470A89B}"/>
          </ac:spMkLst>
        </pc:spChg>
        <pc:spChg chg="mod">
          <ac:chgData name="Omotara Kotun" userId="fef30f772b8ccd1d" providerId="LiveId" clId="{52764C35-3126-49DF-AD40-C69B4445133F}" dt="2026-09-26T13:17:21.414" v="2798" actId="113"/>
          <ac:spMkLst>
            <pc:docMk/>
            <pc:sldMk cId="1783196259" sldId="269"/>
            <ac:spMk id="3" creationId="{FB42A4E9-9E46-8028-CF68-396CE49CCC7B}"/>
          </ac:spMkLst>
        </pc:spChg>
      </pc:sldChg>
      <pc:sldChg chg="new del">
        <pc:chgData name="Omotara Kotun" userId="fef30f772b8ccd1d" providerId="LiveId" clId="{52764C35-3126-49DF-AD40-C69B4445133F}" dt="2026-09-26T13:15:22.063" v="2749" actId="2696"/>
        <pc:sldMkLst>
          <pc:docMk/>
          <pc:sldMk cId="2652223874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769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117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9066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14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33410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99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3234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95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909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9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12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13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78352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492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808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586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12163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4890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822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9842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506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6030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68109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4469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95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02523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08163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D974-F04E-05C1-296C-3FF8FEE69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63CB9-29F8-5D5F-838C-D4ABE97BA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19148-94AD-67E1-D3F4-48D345B4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0CE0E-3C4F-7C20-5AA9-B617B99CF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12474-F6F5-C64B-5955-4DF1795C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681236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1D61-7AC4-2BA8-C951-5214788A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7A9F0-4C2C-824D-BD76-0F3ED042D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016B6-F294-160D-48D2-41C2317D7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A6A7-9645-A36B-2280-0D0368DA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908E3-8D90-2984-3482-A8AFAE8E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1187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AED1629-D037-4423-854C-C27BDBDB1ADF}" type="datetimeFigureOut">
              <a:rPr lang="en-NG" smtClean="0"/>
              <a:t>26/09/2026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61CF9F6-53F1-40C4-ABB0-A07F48FEB19C}" type="slidenum">
              <a:rPr lang="en-NG" smtClean="0"/>
              <a:t>‹#›</a:t>
            </a:fld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181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094C-AAFA-42BA-2EDC-2DADABACC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981" y="973393"/>
            <a:ext cx="8790038" cy="1655763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Clinic Appointment Attendance &amp; No-Show Analysis</a:t>
            </a:r>
            <a:br>
              <a:rPr lang="en-US" sz="3600" b="1" dirty="0"/>
            </a:br>
            <a:endParaRPr lang="en-N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CBCCE-4377-C557-D1A0-987B27907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52" y="2900516"/>
            <a:ext cx="11828206" cy="3399503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KOTUN AFUSAT OMOTARA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Track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September, 2026</a:t>
            </a:r>
          </a:p>
          <a:p>
            <a:endParaRPr lang="en-US" dirty="0"/>
          </a:p>
          <a:p>
            <a:pPr algn="l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Power BI | Excel | Power Query| DAX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999114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8A6C-1E8A-3BD4-7961-7271C02F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1" y="107304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  <a:endParaRPr lang="en-N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CF75A-4FA2-DD4C-9F85-32E95A20A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2674373"/>
            <a:ext cx="11127658" cy="350258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the Data Analytics track was 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appointment data and identify attendance and no-show patterns, validate key analytical findings, and translate the results into actionable business insights to support appointment management and decision making. </a:t>
            </a:r>
            <a:endParaRPr lang="en-NG" sz="2400" dirty="0"/>
          </a:p>
        </p:txBody>
      </p:sp>
    </p:spTree>
    <p:extLst>
      <p:ext uri="{BB962C8B-B14F-4D97-AF65-F5344CB8AC3E}">
        <p14:creationId xmlns:p14="http://schemas.microsoft.com/office/powerpoint/2010/main" val="317457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BBB5-DFAB-811C-8A39-803B75FA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0"/>
            <a:ext cx="10515600" cy="74840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Analysis to Final Decision Support</a:t>
            </a:r>
            <a:endParaRPr lang="en-N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1685E-84CC-A55C-FFF8-95C37F41B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36" y="932912"/>
            <a:ext cx="10515600" cy="581201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</a:t>
            </a: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Initial Analysis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</a:t>
            </a: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 &amp; Exploratory Analysis</a:t>
            </a: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6</a:t>
            </a: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Analysis &amp; Decision Support</a:t>
            </a: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</a:t>
            </a: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Testing, Validation &amp; Refinement</a:t>
            </a: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</a:t>
            </a: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Integration &amp; Presentation</a:t>
            </a:r>
            <a:endParaRPr lang="en-NG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0CDF6E-C7AF-626C-C014-D7E1AA4EFDB7}"/>
              </a:ext>
            </a:extLst>
          </p:cNvPr>
          <p:cNvCxnSpPr>
            <a:cxnSpLocks/>
          </p:cNvCxnSpPr>
          <p:nvPr/>
        </p:nvCxnSpPr>
        <p:spPr>
          <a:xfrm>
            <a:off x="5761705" y="302096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687BBF-EE5C-3D64-3750-EF954DDB09A8}"/>
              </a:ext>
            </a:extLst>
          </p:cNvPr>
          <p:cNvCxnSpPr>
            <a:cxnSpLocks/>
          </p:cNvCxnSpPr>
          <p:nvPr/>
        </p:nvCxnSpPr>
        <p:spPr>
          <a:xfrm>
            <a:off x="5771538" y="4090221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FC7848-0534-CA12-9821-18D427FCA28A}"/>
              </a:ext>
            </a:extLst>
          </p:cNvPr>
          <p:cNvCxnSpPr>
            <a:cxnSpLocks/>
          </p:cNvCxnSpPr>
          <p:nvPr/>
        </p:nvCxnSpPr>
        <p:spPr>
          <a:xfrm>
            <a:off x="5761705" y="5216012"/>
            <a:ext cx="0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75AA3D-86BC-9412-B8ED-D31EC4CB9EC9}"/>
              </a:ext>
            </a:extLst>
          </p:cNvPr>
          <p:cNvCxnSpPr>
            <a:cxnSpLocks/>
          </p:cNvCxnSpPr>
          <p:nvPr/>
        </p:nvCxnSpPr>
        <p:spPr>
          <a:xfrm>
            <a:off x="5761703" y="1766707"/>
            <a:ext cx="1" cy="344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11AF4F-A7C6-0647-227B-B23955A614FA}"/>
              </a:ext>
            </a:extLst>
          </p:cNvPr>
          <p:cNvCxnSpPr>
            <a:cxnSpLocks/>
          </p:cNvCxnSpPr>
          <p:nvPr/>
        </p:nvCxnSpPr>
        <p:spPr>
          <a:xfrm>
            <a:off x="5751872" y="5403979"/>
            <a:ext cx="0" cy="4068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886583-034B-976E-A294-8AE2DC5E0636}"/>
              </a:ext>
            </a:extLst>
          </p:cNvPr>
          <p:cNvCxnSpPr>
            <a:cxnSpLocks/>
          </p:cNvCxnSpPr>
          <p:nvPr/>
        </p:nvCxnSpPr>
        <p:spPr>
          <a:xfrm>
            <a:off x="5751872" y="4178643"/>
            <a:ext cx="0" cy="4002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B25816-21F1-ADA5-D28D-7D3587DDF779}"/>
              </a:ext>
            </a:extLst>
          </p:cNvPr>
          <p:cNvCxnSpPr>
            <a:cxnSpLocks/>
          </p:cNvCxnSpPr>
          <p:nvPr/>
        </p:nvCxnSpPr>
        <p:spPr>
          <a:xfrm>
            <a:off x="5751872" y="3000719"/>
            <a:ext cx="9831" cy="3892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95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8567-C1F1-F4FA-0CFC-D1645F1F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32" y="5200879"/>
            <a:ext cx="8082447" cy="8021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7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US" sz="3700" b="1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</a:t>
            </a:r>
            <a:r>
              <a:rPr lang="en-US" sz="37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Analytics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endParaRPr lang="en-US" sz="37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6B0F9C6A-9E03-F597-4A03-67FF2C85A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888" y="1718268"/>
            <a:ext cx="1653942" cy="8051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F6E228-8322-CEFD-4A8F-2837224E0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39" y="632245"/>
            <a:ext cx="1279701" cy="813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6E2285-41ED-49A6-A5F5-0C50ABADA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499" y="1637180"/>
            <a:ext cx="1685012" cy="955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622B99-E692-FF1C-5AD6-64F6BB496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834" y="3170045"/>
            <a:ext cx="2396155" cy="1261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1835A-1118-FE12-2370-C5085A1D6C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147" y="3152251"/>
            <a:ext cx="2456770" cy="12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86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AFD5-F6F1-7C7A-4A47-206CB615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90435"/>
            <a:ext cx="11604046" cy="7091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</a:t>
            </a:r>
            <a:endParaRPr lang="en-N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DE6489-524B-2DF0-7C1E-5A7D003C1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4" y="964643"/>
            <a:ext cx="11105098" cy="546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7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54C5-A73C-12A8-B281-1BF8AE2D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1" y="4886633"/>
            <a:ext cx="7810730" cy="1681316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booking lead appointments showed higher observed no-sho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rates and should be monitored as a segment for appropriate reminder and administrative follow-up.</a:t>
            </a:r>
            <a:endParaRPr lang="en-N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C2E419-859F-2A41-BE79-48D259E26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80" y="-1"/>
            <a:ext cx="8853137" cy="474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84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B2C9-DC46-FEDC-50CA-D99C875F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22" y="4786399"/>
            <a:ext cx="10515600" cy="1961069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with previous no-show history generally showed higher subsequent observed no-show rate.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no-show history can be used as a segmentation variable when considering appropriate administrative follow-up</a:t>
            </a:r>
            <a:endParaRPr lang="en-NG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CF25B0-EA41-94DA-E0E2-C6256C866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96" y="0"/>
            <a:ext cx="7918101" cy="462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5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5505-8479-4183-EB66-8AD94350C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25" y="88491"/>
            <a:ext cx="11203075" cy="1767232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lead time x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revious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o-Show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istory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Examining booking lead time together with previous no-show history provided a more detailed view of observed no show patterns across patient segments.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NG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BD3FB-6E20-BFD1-0476-A4B3A3587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25" y="5511521"/>
            <a:ext cx="10992059" cy="1177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Combining these variables can support more targeted appointment management</a:t>
            </a:r>
            <a:endParaRPr lang="en-N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724F9-FB9F-9FCC-410D-CB7086665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31" y="1567416"/>
            <a:ext cx="11522403" cy="386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62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8308-9162-8F23-4284-803FFDAE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29" y="4752881"/>
            <a:ext cx="11604046" cy="9692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rates varied across reminder channels, with SMS recording the highest observed attendance rate. This highlights the value of monitoring reminder channel performance when managing appointment attendance</a:t>
            </a:r>
            <a:endParaRPr lang="en-N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5A376D-2943-BB22-1277-E14EEAB3A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94" y="165337"/>
            <a:ext cx="8438443" cy="425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3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7A7F-70E3-3337-FBDD-556192EE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29" y="68827"/>
            <a:ext cx="11604046" cy="79612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NG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AD9DE-97FA-3E01-876A-073CE3098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77" y="1251158"/>
            <a:ext cx="11604046" cy="4234643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Lead Time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Longer booking-lead groups showed higher observed no-show rates.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No-Show History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previous no-show history generally showed higher subsequent observed no-show rates.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Segmentation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lead time and previous no-show history provided additional segmentation insight when examined together.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 Channels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Attendance/no-show patterns varied across reminder-channel categories.</a:t>
            </a:r>
            <a:endParaRPr lang="en-N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044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199C-6646-CB2D-969E-8D38D470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88" y="123966"/>
            <a:ext cx="10515600" cy="9813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AND RECOMMENDATIONS</a:t>
            </a:r>
            <a:endParaRPr lang="en-N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6CA3EC-B32D-3741-0C48-5AB3C32FC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056281"/>
              </p:ext>
            </p:extLst>
          </p:nvPr>
        </p:nvGraphicFramePr>
        <p:xfrm>
          <a:off x="685746" y="1105319"/>
          <a:ext cx="10515600" cy="531170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923478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98876008"/>
                    </a:ext>
                  </a:extLst>
                </a:gridCol>
              </a:tblGrid>
              <a:tr h="398514">
                <a:tc>
                  <a:txBody>
                    <a:bodyPr/>
                    <a:lstStyle/>
                    <a:p>
                      <a:r>
                        <a:rPr lang="en-US" dirty="0"/>
                        <a:t>BUSINESS INSIGTHS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RECOMMENDATIONS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303933"/>
                  </a:ext>
                </a:extLst>
              </a:tr>
              <a:tr h="4913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1. Booking Lead Time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Longer booking lead groups showed higher observed no-show rates.</a:t>
                      </a:r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2. Previous No-Show History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Previous no-show history was associated with higher observed subsequent no-show rates.</a:t>
                      </a:r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3. Reminder Channels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Reminder channels showed differences in observed attendance/no-show patterns.</a:t>
                      </a:r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4. Booking lead time and previous no-show history provided additional segmentation insight together.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800" dirty="0"/>
                        <a:t>Review reminder timing and appropriate administrative follow-up for longer lead appointments.</a:t>
                      </a:r>
                    </a:p>
                    <a:p>
                      <a:pPr marL="0" indent="0">
                        <a:buNone/>
                      </a:pPr>
                      <a:endParaRPr lang="en-US" sz="1800" dirty="0"/>
                    </a:p>
                    <a:p>
                      <a:r>
                        <a:rPr lang="en-US" sz="1800" dirty="0"/>
                        <a:t>2. Target Appropriate Administrative Attention</a:t>
                      </a:r>
                    </a:p>
                    <a:p>
                      <a:r>
                        <a:rPr lang="en-US" sz="1800" dirty="0"/>
                        <a:t>Use previous no-show history as a segmentation variable for administrative attention.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dirty="0"/>
                        <a:t>3. Monitor Reminder Channels</a:t>
                      </a:r>
                    </a:p>
                    <a:p>
                      <a:r>
                        <a:rPr lang="en-US" sz="1800" dirty="0"/>
                        <a:t>Track attendance/no-show outcomes by reminder channel over time.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dirty="0"/>
                        <a:t>4. Use Combined Segmentation</a:t>
                      </a:r>
                    </a:p>
                    <a:p>
                      <a:r>
                        <a:rPr lang="en-US" sz="1800" dirty="0"/>
                        <a:t>Consider booking lead time and previous no-show history together when reviewing appointment-management priorities.</a:t>
                      </a:r>
                      <a:endParaRPr lang="en-NG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573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850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1897-C6D7-4C61-4F04-561C847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7" y="170822"/>
            <a:ext cx="11604046" cy="6325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TRACK COLLABORATION</a:t>
            </a:r>
            <a:endParaRPr lang="en-N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2A4E9-9E46-8028-CF68-396CE49C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875071"/>
            <a:ext cx="11604046" cy="581210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→ Data Science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analytical findings and candidate variables were documented as inputs for potential predictive modelling, including booking lead time, previous no-show history, reminder channel, and their interaction.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Data Science testing/model validation was not completed due to collaborator availability.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Analytics track provided validated findings and proposed analytical variables as a structured handoff for future testing.</a:t>
            </a:r>
            <a:endParaRPr lang="en-N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196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F25C-8412-7BB3-1A01-9C86FB7A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8" y="355268"/>
            <a:ext cx="10921181" cy="208313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analytics solution provides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evidence-based visibility into appointment attendance and no-show patterns. The findings can support more targeted administrative attention, appointment management review and better use of available appointment capacity.</a:t>
            </a: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2F092-2824-68C3-7DB9-83343BACA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2792361"/>
            <a:ext cx="10754032" cy="384802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relationships do not establish causation.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volume should be considered when interpreting rates.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 channel differences do not prove causation.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may change with another dataset or time periods.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predictive model performance was not established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071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C164-63A6-E2A8-E011-18EA1028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2" y="4507076"/>
            <a:ext cx="11604046" cy="969206"/>
          </a:xfrm>
        </p:spPr>
        <p:txBody>
          <a:bodyPr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HealthConnect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Clinic Appointment Attendance &amp; No-Show Analysis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Track</a:t>
            </a:r>
            <a:endParaRPr lang="en-NG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0017-6CF3-B938-F01F-A7C50CD55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2047285"/>
            <a:ext cx="11604046" cy="1747968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  <a:endParaRPr lang="en-NG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027661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312</TotalTime>
  <Words>618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Arial Nova Light</vt:lpstr>
      <vt:lpstr>Times New Roman</vt:lpstr>
      <vt:lpstr>Wingdings</vt:lpstr>
      <vt:lpstr>Dark Gradient</vt:lpstr>
      <vt:lpstr>HealthConnect Clinic Appointment Attendance &amp; No-Show Analysis </vt:lpstr>
      <vt:lpstr>Project Objective:</vt:lpstr>
      <vt:lpstr>From Analysis to Final Decision Support</vt:lpstr>
      <vt:lpstr>Final HealthConnect Analytics KPIs</vt:lpstr>
      <vt:lpstr>FINAL DASHBOARD</vt:lpstr>
      <vt:lpstr>Business Implication:  Longer booking lead appointments showed higher observed no-show rates and should be monitored as a segment for appropriate reminder and administrative follow-up.</vt:lpstr>
      <vt:lpstr>Patient with previous no-show history generally showed higher subsequent observed no-show rate.  Business Implication: Previous no-show history can be used as a segmentation variable when considering appropriate administrative follow-up</vt:lpstr>
      <vt:lpstr>Booking lead time x Previous No-Show History   Examining booking lead time together with previous no-show history provided a more detailed view of observed no show patterns across patient segments. </vt:lpstr>
      <vt:lpstr>Attendance rates varied across reminder channels, with SMS recording the highest observed attendance rate. This highlights the value of monitoring reminder channel performance when managing appointment attendance</vt:lpstr>
      <vt:lpstr>KEY FINDINGS</vt:lpstr>
      <vt:lpstr>BUSINESS INSIGHTS AND RECOMMENDATIONS</vt:lpstr>
      <vt:lpstr>CROSS TRACK COLLABORATION</vt:lpstr>
      <vt:lpstr>BUSINESS VALUE  The final analytics solution provides HealthConnect with evidence-based visibility into appointment attendance and no-show patterns. The findings can support more targeted administrative attention, appointment management review and better use of available appointment capacity.</vt:lpstr>
      <vt:lpstr>HealthConnect Clinic Appointment Attendance &amp; No-Show Analysis Data Analytics Track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Omotara Kotun</dc:creator>
  <cp:lastModifiedBy>Omotara Kotun</cp:lastModifiedBy>
  <cp:revision>1</cp:revision>
  <dcterms:created xsi:type="dcterms:W3CDTF">2026-09-23T14:18:31Z</dcterms:created>
  <dcterms:modified xsi:type="dcterms:W3CDTF">2026-09-26T13:23:49Z</dcterms:modified>
</cp:coreProperties>
</file>